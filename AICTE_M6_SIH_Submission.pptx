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34E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34EAF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34EAF"/>
                </a:solidFill>
                <a:latin typeface="Georgia"/>
              </a:defRPr>
            </a:pPr>
            <a:r>
              <a:t>SMART INDIA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28016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0000"/>
                </a:solidFill>
                <a:latin typeface="Georgia"/>
              </a:defRPr>
            </a:pPr>
            <a:r>
              <a:t>TITLE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6289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  Problem Statement ID – SIH1608 (AICTE Governance)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  Problem Statement Title – Secure AICTE Online Meeting &amp; Governance Platform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  Theme – Smart Automation / Security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  PS Category – Software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  Team ID – [Enter Your Team ID]</a:t>
            </a:r>
          </a:p>
          <a:p>
            <a:pPr>
              <a:spcAft>
                <a:spcPts val="1400"/>
              </a:spcAft>
              <a:defRPr sz="2000" b="1">
                <a:solidFill>
                  <a:srgbClr val="000000"/>
                </a:solidFill>
                <a:latin typeface="Arial"/>
              </a:defRPr>
            </a:pPr>
            <a:r>
              <a:t>•  Team Name (Registered on portal) – [Enter Registered Team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34E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34EAF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Georgia"/>
              </a:defRPr>
            </a:pPr>
            <a:r>
              <a:t>SECURE AICTE MEETING &amp; GOVERNANCE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34EAF"/>
                </a:solidFill>
                <a:latin typeface="Georgia"/>
              </a:defRPr>
            </a:pPr>
            <a:r>
              <a:t>❖ Proposed Solution (Describe your Idea/Solution/Prototype)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112772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Centralized Auditing &amp; Governance (M6): Ingests audits across M1 (Auth), M2 (Meetings), M3 (Files), M4 (Ledger), and M5 (AI Transcripts), acting as a centralized logs database.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E2EE Video Conferencing &amp; S3 Storage: Features Jitsi WebRTC video call frames in portal alongside S3 upload modules equipped with automated AES-256 encryption.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Local Video Object Streaming: Solves database size constraints by enabling users to upload and stream meeting recordings locally in the browser via Object URLs.</a:t>
            </a:r>
          </a:p>
          <a:p>
            <a:pPr>
              <a:lnSpc>
                <a:spcPct val="110000"/>
              </a:lnSpc>
              <a:spcAft>
                <a:spcPts val="12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Blockchain Anchor Locks: Encodes PDF reports to SHA-256 hashes, committing transaction tokens to private blockchain blocks to ensure immutable records.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34E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34EAF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Georgia"/>
              </a:defRPr>
            </a:pPr>
            <a:r>
              <a:t>TECHNICAL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Technologies to be used: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Frontend Client: React 19, Vite, Tailwind CSS v4, Recharts Analytics, Lucide vector icons.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Backend Services: Node.js + Express, Jitsi WebRTC External API script integration.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Cryptography &amp; Databases: PostgreSQL schemas, SHA-256 hashing, and AES-256-CBC encryption.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Methodology and process for implementation: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Authentication: Initial secure credentials check triggers 6-digit MFA OTP validation.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Meeting &amp; AI: Post-call transcripts feed speaker-split segments to AI summary engines.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Sealing: Officer review approves AI draft MoMs, committing report hash tokens to blockchain ledger.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34E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34EAF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Georgia"/>
              </a:defRPr>
            </a:pPr>
            <a:r>
              <a:t>FEASIBILITY AND VIABILITY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Analysis of the feasibility of the idea: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Feasible deployment: Connects open-source WebRTC (Jitsi) directly with lightweight mock database states.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Administrative integration: Integrates easily with existing technical college governance frameworks.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Potential challenges and risks: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Database bloating due to video files, and internet outages during live video streaming.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Strategies for overcoming these challenges: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Client-side fallback: Enables local memory fallback states if PostgreSQL node is offline.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Object URL playback: Videos are uploaded and streamed locally, bypassing backend storage costs.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34E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34EAF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Georgia"/>
              </a:defRPr>
            </a:pPr>
            <a:r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Potential impact on the target audience: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Prevents administrative tampering: Assures educational institutions of the integrity of directive decisions.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Streamlines audits: Compliance officers check logs and resolve threat levels through a single dashboard.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Benefits of the solution (social, economic, environmental, etc.):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Minimizes paper printouts and courier requirements by archiving signed PDF reports securely.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Avoids expensive subscriptions by deploying free, open-source secure WebRTC (Jitsi) platforms.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Accelerates national hackathon evaluations by deploying automated AI summarizers.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274320"/>
            <a:ext cx="1097280" cy="10972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85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000000"/>
                </a:solidFill>
                <a:latin typeface="Arial"/>
              </a:defRPr>
            </a:pPr>
            <a:r>
              <a:t>Your</a:t>
            </a:r>
            <a:br/>
            <a:r>
              <a:t>Team</a:t>
            </a:r>
            <a:br/>
            <a:r>
              <a:t>Name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26880" y="1828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1">
                <a:solidFill>
                  <a:srgbClr val="134EAF"/>
                </a:solidFill>
                <a:latin typeface="Arial"/>
              </a:defRPr>
            </a:pPr>
            <a:r>
              <a:t>SMART INDIA</a:t>
            </a:r>
          </a:p>
          <a:p>
            <a:pPr algn="r">
              <a:defRPr sz="1200" b="1">
                <a:solidFill>
                  <a:srgbClr val="134EAF"/>
                </a:solidFill>
                <a:latin typeface="Arial"/>
              </a:defRPr>
            </a:pPr>
            <a:r>
              <a:t>HACKATHON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FFFF"/>
                </a:solidFill>
                <a:latin typeface="Arial"/>
              </a:defRPr>
            </a:pPr>
            <a:r>
              <a:t>@SIH Idea submission- Template                                                                                                                                       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76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000000"/>
                </a:solidFill>
                <a:latin typeface="Georgia"/>
              </a:defRPr>
            </a:pPr>
            <a:r>
              <a:t>RESEARCH AND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10728655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  <a:defRPr sz="1800">
                <a:solidFill>
                  <a:srgbClr val="000000"/>
                </a:solidFill>
                <a:latin typeface="Arial"/>
              </a:defRPr>
            </a:pPr>
            <a:r>
              <a:t>•  Details / Links of the reference and research work: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Jitsi Meet External API Integrations: https://jitsi.github.io/handbook/docs/dev-guide/dev-guide-iframe/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Hyperledger Fabric Channel Architecture &amp; Chaincodes: https://hyperledger-fabric.readthedocs.io/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W3C WebRTC (Web Real-Time Communication) standards for E2EE audio/video streaming.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PostgreSQL Full-Text Search (FTS) Lexeme parser &amp; pgvector Indexing methods.</a:t>
            </a:r>
          </a:p>
          <a:p>
            <a:pPr>
              <a:lnSpc>
                <a:spcPct val="110000"/>
              </a:lnSpc>
              <a:spcAft>
                <a:spcPts val="800"/>
              </a:spcAft>
              <a:defRPr sz="1600">
                <a:solidFill>
                  <a:srgbClr val="64748B"/>
                </a:solidFill>
                <a:latin typeface="Arial"/>
              </a:defRPr>
            </a:pPr>
            <a:r>
              <a:t>    • AES-256-GCM symmetric encryption and SHA-256 cryptographic hash standard specifications.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