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Secure AICTE Online Meeting</a:t>
            </a:r>
            <a:br/>
            <a:r>
              <a:t>&amp; Governance Platform</a:t>
            </a:r>
          </a:p>
          <a:p>
            <a:br/>
            <a:pPr>
              <a:defRPr sz="1800">
                <a:solidFill>
                  <a:srgbClr val="60A5FA"/>
                </a:solidFill>
                <a:latin typeface="Arial"/>
              </a:defRPr>
            </a:pPr>
            <a:r>
              <a:t>Module M6: Audit + Attendance + Reports + Memory</a:t>
            </a:r>
            <a:br/>
            <a:r>
              <a:t>Smart India Hackathon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Module M6: Scope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Audit logs: Security tracking of logins, permission changes, and document downloads.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Meeting Attendance: Dynamic join/leave analysis and session connection durations.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Admin Reports: Multi-parameter analytics generator with PDF/CSV export controls.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SOC Threats Panel: Real-time warning mitigations and malicious IP quarantines.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Institutional Search: Authorized search portal across meetings, decisions, and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M6 System Architecture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M1 Auth Integration: Ingests user identity contexts and enforces role clearances.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M2 Meeting Integration: Receives participant connect/disconnect webhooks.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M4 Blockchain Link: Anchors compliance hashes (SHA-256) of generated reports to blockchain ledger.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M5 AI Transcription Link: Pulls summarized decisions and action-items to index memory.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Central Compliance Engine: Stores audit logs, alerts, notifications, and indices.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Database Schema Design (PostgreSQL)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audit_logs: Logs timestamps, actions, targets, client IPs, statuses, and severities.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attendance: Tracks meeting participant logs, computing total minutes and status tags.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compliance_reports: Stores report configurations and blockchain ledger hashes.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notifications: Manages warning notifications, prioritization levels, and read indices.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institutional_memory: Full-Text Search (FTS) catalog optimized with GIN indexing.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REST API Endpoint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GET /api/audit-logs : Queries compliance audit streams.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GET /api/attendance : Fetches meeting participant registers.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GET /api/reports : Loads reporting templates and historical hashes.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POST /api/reports/generate : Compiles report data and calls M4 blockchain seals.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GET /api/memory/search : Queries FTS index with role-based restriction checks.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PATCH /api/notifications/:id/read : Marks alert notifications as 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Attendance Module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Integrates Jitsi webhooks to record user connecting and leaving events.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Computes active connection time in minutes dynamically.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Smart Attendance status classifications: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  - Present: Logged in on-time and completed session.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  - Late: Logged in 5 minutes past scheduled start.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  - Left Early: Logged out before the meeting was formally adjourned.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  - Absent: No connection logs detected in meeting duration.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Security Audits &amp; SOC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Logs compliance events across modules (Auth, Meetings, Files, Ledger).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Color-coded warning notifications: INFO (Blue), WARNING (Orange), CRITICAL (Red).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Critical alerts trigger warning badges on headers and admin panels.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Remediation Modal: Allows compliance officers to quarantine IPs and sign off security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Reports Engine &amp; Blockchain Sealing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Parameterizes filters: meeting selection, dates, and report types.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Compiles data into a simulated PDF preview layout directly inside the browser.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Report payload hashed (SHA-256) and committed to M4 Blockchain ledger.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Retrieves and embeds block hash signature as proof of compliance integrity.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Authorized Institutional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Queries the FTS database. Example: searching 'budget decision' matches text.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Relevance Ranking: Sorts and displays matching search scores (e.g. 98% Match).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M1 Role Filter: Restricts search results. Users only see records matching their access role.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Syncs transcripts (M5 AI) and decentralized block seals (M4 Ledger).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Arial"/>
              </a:defRPr>
            </a:pPr>
            <a:r>
              <a:t>M6 Module Deliverables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Fully working React + Vite frontend prototype with dark-navy theme.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Integrated Node.js + Express backend server serving REST endpoints.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PostgreSQL schema scripts including FTS search vectors.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Guided presenter deck allowing automated demonstration of compliance 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