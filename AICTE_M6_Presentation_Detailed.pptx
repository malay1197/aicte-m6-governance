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8FAFC"/>
                </a:solidFill>
                <a:latin typeface="Arial"/>
              </a:defRPr>
            </a:pPr>
            <a:r>
              <a:t>SECURE AICTE MEETING &amp; GOVERNANCE PLATFORM</a:t>
            </a:r>
          </a:p>
          <a:p>
            <a:br/>
            <a:pPr>
              <a:defRPr sz="1600">
                <a:solidFill>
                  <a:srgbClr val="60A5FA"/>
                </a:solidFill>
                <a:latin typeface="Arial"/>
              </a:defRPr>
            </a:pPr>
            <a:r>
              <a:t>Complete Overhaul &amp; Integrated Multi-Module Security Suite</a:t>
            </a:r>
            <a:br/>
            <a:br/>
            <a:r>
              <a:t>Walkthrough Deck: Light/Dark Mode, MFA, Jitsi WebRTC, S3 Files, Blockchain, &amp; AI MoMs</a:t>
            </a:r>
            <a:br/>
            <a:r>
              <a:t>Smart India Hackathon Presentation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Topic: Global UI/UX Design &amp; Theme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Light &amp; Dark Mode Integration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Responsive CSS Variables: Configured in index.css with mapped root custom properties.</a:t>
            </a:r>
            <a:br/>
            <a:r>
              <a:t>• LocalStorage Persistence: User theme selections remain consistent on page reloads.</a:t>
            </a:r>
            <a:br/>
            <a:r>
              <a:t>• System Preference Checks: Respects browser media queries on first visit.</a:t>
            </a:r>
            <a:br/>
            <a:r>
              <a:t>• Theme Toggler: Polished rotating Sun/Moon button animation in the primary header.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Premium Aesthetics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Colors: Deep dark navy background (#0A0F1D) in dark mode, white/slate slate (#F8FAFC) in light mode.</a:t>
            </a:r>
            <a:br/>
            <a:r>
              <a:t>• Glassmorphism: Cards feature glass-filtered backdrops with subtle border details.</a:t>
            </a:r>
            <a:br/>
            <a:r>
              <a:t>• Micro-Animations: Modal fade-ins, card scaling, and warning pulse glow states.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Module 1: Authentication &amp; MFA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Multi-Factor Authentication Flow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Username/Password Validation: Primary login credentials check (admin_aicte / password123).</a:t>
            </a:r>
            <a:br/>
            <a:r>
              <a:t>• Passcode Toggle: Toggles visibility of the secure password access key.</a:t>
            </a:r>
            <a:br/>
            <a:r>
              <a:t>• OTP Dialog: Displays 6-digit dynamic authenticator (TOTP) passcode prompt.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Session Security Control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Access Token Sign-out: Dropdown in header terminates sessions and clears memory states.</a:t>
            </a:r>
            <a:br/>
            <a:r>
              <a:t>• RBAC Access: Displays officer credential badges based on role-based access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Module 2: Council Meetings &amp; Jitsi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WebRTC Video Conferencing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Jitsi External API: Dynamically fetches external_api.js script to mount active conference iframes.</a:t>
            </a:r>
            <a:br/>
            <a:r>
              <a:t>• Audio/Video Hardware Toggle: Custom controls in room control bar interface.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Governance Scheduling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Schedule Modal: Configures meeting details with a security sensitivity level picker (Low to Top Secret).</a:t>
            </a:r>
            <a:br/>
            <a:r>
              <a:t>• Security Badge: Displays active E2EE encryption status in meeting rooms.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Module 2/3: Secure Video Archive Portal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Interactive Media Player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Custom Controls: Features custom Play, Pause, Time Seek bar, and Volume controls.</a:t>
            </a:r>
            <a:br/>
            <a:r>
              <a:t>• Object URL Ingestion: Enables dragging and dropping MP4/WebM recordings to play them locally.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Audit Trails &amp; Watermarks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Security Overlay: Watermarks confidentiality text with user credentials and timestamp.</a:t>
            </a:r>
            <a:br/>
            <a:r>
              <a:t>• Integrity Seal: Displays SHA-256 hashes and access clearance role listings.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Module 3: Secure S3 File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Secure Upload System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Drag &amp; Drop Zone: Drag PDF reports or Excel sheets to trigger upload sequence animations.</a:t>
            </a:r>
            <a:br/>
            <a:r>
              <a:t>• File Validation: Check size restrictions (max 20MB) and formats before hashing.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Storage Audits &amp; Metadata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S3 Indicators: Displays live MinIO/S3 cluster status.</a:t>
            </a:r>
            <a:br/>
            <a:r>
              <a:t>• File Clearance Inspector: View AES-256 encryption tags, SHA-256 hashes, and version 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Module 4: Blockchain Ledger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Integrity Check Terminal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SHA-256 Verifier: Paste file hashes to query the blockchain registry.</a:t>
            </a:r>
            <a:br/>
            <a:r>
              <a:t>• Integrity Statuses: Green verified organizational badge or Red compromised warning panels.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Fabric Block Explorer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Visual Timelines: Displays newly committed ledger blocks.</a:t>
            </a:r>
            <a:br/>
            <a:r>
              <a:t>• Metadata: Tracks transaction IDs, channels, block heights, and anchoring stamps.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Module 5: AI Meeting Intelligence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AI Transcripts &amp; Summarization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Speaker Tagged Feed: Automatically splits spoken dialogue with exact timestamps.</a:t>
            </a:r>
            <a:br/>
            <a:r>
              <a:t>• MoM Minutes: Compiles goals summaries, approvals, and decisions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Human Sign-off Workflow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Review Portal: Action items list tracks assignees, deadlines, and progress states.</a:t>
            </a:r>
            <a:br/>
            <a:r>
              <a:t>• Sign-off Steps: Transitions records through three states (AI-Generated ➔ Human Approved ➔ Final Commit).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Module 6: Compliance Auditing &amp; Attendance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Attendance Duration Logs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Jitsi Webhooks: Captures user connect/disconnect timestamps.</a:t>
            </a:r>
            <a:br/>
            <a:r>
              <a:t>• Duration Formula: Computes total minutes, flagging Late and Left Early parameters.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System Activity Auditing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• M6 Ledger: Logs user actions, modules, origins, IP, and severities.</a:t>
            </a:r>
            <a:br/>
            <a:r>
              <a:t>• SOC Alarms: Quarantines threat origins and prompts mitigation actions.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0A5FA"/>
                </a:solidFill>
                <a:latin typeface="Arial"/>
              </a:defRPr>
            </a:pPr>
            <a:r>
              <a:t>Widescreen Prototype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Front-End UI Deliverables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React + Vite widescreen framework. Widescreen widescreen layout (16:9 widescreen layout), Tailwind CSS v4 design system, and Lucide vector icons.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8FAFC"/>
                </a:solidFill>
                <a:latin typeface="Arial"/>
              </a:defRPr>
            </a:pPr>
            <a:r>
              <a:t>Mock Server API &amp; Databases</a:t>
            </a:r>
          </a:p>
          <a:p>
            <a:pPr>
              <a:lnSpc>
                <a:spcPct val="120000"/>
              </a:lnSpc>
              <a:defRPr sz="1400">
                <a:solidFill>
                  <a:srgbClr val="94A3B8"/>
                </a:solidFill>
                <a:latin typeface="Arial"/>
              </a:defRPr>
            </a:pPr>
            <a:r>
              <a:t>Express API server with mock databases. Client-side state fallback coordinates operations offline. Linked GitHub codebase and live Vercel cloud deploy.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Slide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